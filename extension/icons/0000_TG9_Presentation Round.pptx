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28" r:id="rId2"/>
    <p:sldId id="306" r:id="rId3"/>
    <p:sldId id="307" r:id="rId4"/>
    <p:sldId id="308" r:id="rId5"/>
    <p:sldId id="329" r:id="rId6"/>
    <p:sldId id="332" r:id="rId7"/>
    <p:sldId id="326" r:id="rId8"/>
    <p:sldId id="320" r:id="rId9"/>
    <p:sldId id="333" r:id="rId10"/>
    <p:sldId id="334" r:id="rId11"/>
    <p:sldId id="335" r:id="rId12"/>
    <p:sldId id="304" r:id="rId13"/>
    <p:sldId id="33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C208"/>
    <a:srgbClr val="FFCC00"/>
    <a:srgbClr val="F8E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E6CC3-1C13-434A-B16C-611DE7717B8F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FC361-C30A-4AED-87EA-348118094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1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B5317-EDBC-4155-87F5-41E4E6A99D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70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0CA7-A890-BC0D-44BD-6B67203AF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60673-A9B5-CD59-A2CC-8CE741C00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539D-0687-ECBB-AB5D-8333E209A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B5B-FB28-D786-CEFE-858812BA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A0ED6-3AED-6780-A6EA-61F241528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D321-EB8C-729D-0253-F4E3C8F5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30355-1EE0-AF69-47F6-F837F4F8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81C7C-CF50-7E3E-7E0C-DF9A6903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60F1B-6B0E-147F-215A-C9B254A8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8893F-4366-960F-C73C-DDC2C400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9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6D75-85FB-CDE1-1B84-E9E5B8D0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3298C-27DD-C096-4478-25DF24C0F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0874E-01BA-1CC2-5F91-D59931A5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3461-7CC9-5C4D-D52B-CB6135E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F49F-0795-810B-0D65-7F3A6B61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2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9051-D728-0416-EF18-F1AFF570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8AB7F-8BAC-CA5F-30EF-42EE15E7C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FD7A1-C203-AABE-B3A9-0EC136AAA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C789F-5C09-60FC-845F-120D1E82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E28DE-CA84-F3D0-016B-08EBD609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04570-A6D0-6370-8DE6-0BB990FF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81FB-A93A-55EC-66D7-EE1D1A603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B519B-B0A9-4153-41C7-F9310E7C5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47EE0-0554-2821-1927-EA19BAF8E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F83B81-0569-670C-C8B7-E8C8FD1B8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00CD65-0B66-1D2E-42A2-93E1F6986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7E581-777D-A463-C1F3-3C3C3311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E5D0B-1EBE-FEF9-281B-906803BA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20F2EF-F2BD-1114-956A-8C78686F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2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506D-7DFA-1FF6-D289-D51E4086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36DDFE-5DA6-6C22-95FC-2139A935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5F9EF-4D9D-3849-5342-0407D8C9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C0037-8991-E8DE-7049-C3CC3D1A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6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7F2DB-04C2-2550-E486-17334E41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3F6EF-6819-718F-4646-CB180D63F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CEBC4-1A6B-DE18-3898-48A9C201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2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E121-8421-1BBD-CAC0-5C2153C3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F94D5-17D3-3DBB-DC29-A6A623909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58CB4-63AA-1512-81ED-1E428107D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4019E-7C8E-1A7B-4E8B-876E32B3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68578-C6E0-A3EB-32E1-926BEFDC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C4D59-BFE2-F51D-CCCB-2B42A316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66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E2D9-0DC6-4A0A-DB0D-046A88D5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9F085-DFDF-56E1-8BF0-411EF3010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70298-DFC2-BA3D-F01B-41710C02F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544E0-3D52-6379-9094-834A3D17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5602E-D910-02D1-DCBB-11E8AA87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98C61-02EC-04BE-173F-0B4A9B6B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17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5AD4F-E9B4-64F0-D6DD-737D5AAD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B2408-D904-FD7E-5A8F-16D3CCC99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5EE91-BAB8-2F44-DBB2-F1328FE4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5E460-17EB-182E-5A42-901C31D7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ABDEE-A22E-4E6C-99A7-507BD73C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1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2D89E-4B25-6904-9879-AED2AD5CE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3D1BA-49F1-B86E-C66F-0B8F8450F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5F90C-4701-C192-642D-AAF932702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C239-6BC6-FBE7-B3A1-98BBB119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2D777-7D7B-6587-E463-04473396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43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7ABC60-1015-CA7D-6165-EAB4CE2A7F00}"/>
              </a:ext>
            </a:extLst>
          </p:cNvPr>
          <p:cNvGrpSpPr/>
          <p:nvPr userDrawn="1"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AC36E-B320-78DD-E691-BE855821E7FE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dirty="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5173B0F-EFDF-09D6-E856-07569D656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814E23E-283E-C440-5866-CADE5F53B92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  <p:pic>
        <p:nvPicPr>
          <p:cNvPr id="8" name="Picture 7" descr="A black background with white text and yellow light bulb&#10;&#10;AI-generated content may be incorrect.">
            <a:extLst>
              <a:ext uri="{FF2B5EF4-FFF2-40B4-BE49-F238E27FC236}">
                <a16:creationId xmlns:a16="http://schemas.microsoft.com/office/drawing/2014/main" id="{C83B51A8-2F44-A251-020A-443601ABFB8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" r="2375"/>
          <a:stretch/>
        </p:blipFill>
        <p:spPr>
          <a:xfrm>
            <a:off x="439273" y="5968064"/>
            <a:ext cx="1741620" cy="74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01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AF73541-B415-9FCA-5C11-836A8EFE1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379" y="1240151"/>
            <a:ext cx="11235421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B1CFF-1E57-3907-DE1F-902FF9245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FB8498-7694-6564-5B20-A2BAE2DBB53F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58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7A0F312-CFE2-EF3C-055F-E90DAF63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6917" y="2146980"/>
            <a:ext cx="6421307" cy="15312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</a:t>
            </a:r>
          </a:p>
        </p:txBody>
      </p:sp>
      <p:sp>
        <p:nvSpPr>
          <p:cNvPr id="4" name="Picture Placeholder 39">
            <a:extLst>
              <a:ext uri="{FF2B5EF4-FFF2-40B4-BE49-F238E27FC236}">
                <a16:creationId xmlns:a16="http://schemas.microsoft.com/office/drawing/2014/main" id="{04139990-3122-B7D2-F93A-C332A3AF62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60600" y="1743234"/>
            <a:ext cx="4191788" cy="3598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047470-03EC-96C9-72E9-789F57202E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6917" y="4048909"/>
            <a:ext cx="6430066" cy="867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 dirty="0"/>
              <a:t>Name to come here</a:t>
            </a:r>
          </a:p>
        </p:txBody>
      </p:sp>
    </p:spTree>
    <p:extLst>
      <p:ext uri="{BB962C8B-B14F-4D97-AF65-F5344CB8AC3E}">
        <p14:creationId xmlns:p14="http://schemas.microsoft.com/office/powerpoint/2010/main" val="4191362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 userDrawn="1"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dirty="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AA79BA81-1C3F-8CAB-7C8C-8EF04F66673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  <p:pic>
        <p:nvPicPr>
          <p:cNvPr id="6" name="Picture 5" descr="A black background with white text and yellow light bulb&#10;&#10;AI-generated content may be incorrect.">
            <a:extLst>
              <a:ext uri="{FF2B5EF4-FFF2-40B4-BE49-F238E27FC236}">
                <a16:creationId xmlns:a16="http://schemas.microsoft.com/office/drawing/2014/main" id="{56FED5E7-28F6-C45A-E68F-B163B9DC208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" r="2375"/>
          <a:stretch/>
        </p:blipFill>
        <p:spPr>
          <a:xfrm>
            <a:off x="439273" y="5968064"/>
            <a:ext cx="1741620" cy="74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4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833BA-8A81-3887-28F9-5475D6EB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9D88B-10A0-7400-39A5-A9C8C720D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59DB5-94B9-63B2-44EC-29DF79273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22A25-8408-4B8D-A5AD-AF80CE80425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FCF47-7EDF-52F6-A01D-69F25C1E1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C8414-4408-8873-F0C7-6DE0754D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D56AB-075C-42DA-8EAB-2A4FF705D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3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4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F9F59622-4AB4-45CD-6311-DE109EFF7F7A}"/>
              </a:ext>
            </a:extLst>
          </p:cNvPr>
          <p:cNvSpPr txBox="1">
            <a:spLocks/>
          </p:cNvSpPr>
          <p:nvPr/>
        </p:nvSpPr>
        <p:spPr>
          <a:xfrm>
            <a:off x="3150308" y="1028474"/>
            <a:ext cx="6434725" cy="1016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54">
              <a:buNone/>
              <a:defRPr/>
            </a:pPr>
            <a:r>
              <a:rPr lang="en-US" sz="3400" b="1" dirty="0">
                <a:solidFill>
                  <a:srgbClr val="EEC208"/>
                </a:solidFill>
                <a:latin typeface="Calibri"/>
              </a:rPr>
              <a:t>9</a:t>
            </a:r>
            <a:r>
              <a:rPr lang="en-US" sz="3400" b="1" baseline="30000" dirty="0">
                <a:solidFill>
                  <a:srgbClr val="EEC208"/>
                </a:solidFill>
                <a:latin typeface="Calibri"/>
              </a:rPr>
              <a:t>th</a:t>
            </a:r>
            <a:r>
              <a:rPr lang="en-US" sz="3400" b="1" dirty="0">
                <a:solidFill>
                  <a:srgbClr val="EEC208"/>
                </a:solidFill>
                <a:latin typeface="Calibri"/>
              </a:rPr>
              <a:t> Edition TECHgium</a:t>
            </a:r>
            <a:r>
              <a:rPr lang="en-US" sz="3400" baseline="30000" dirty="0">
                <a:solidFill>
                  <a:srgbClr val="EEC208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®</a:t>
            </a:r>
            <a:endParaRPr lang="en-US" sz="3400" b="1" dirty="0">
              <a:solidFill>
                <a:srgbClr val="EEC208"/>
              </a:solidFill>
              <a:latin typeface="Calibri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0BD592B8-B975-5EF7-D697-B70B88CC8767}"/>
              </a:ext>
            </a:extLst>
          </p:cNvPr>
          <p:cNvSpPr txBox="1">
            <a:spLocks/>
          </p:cNvSpPr>
          <p:nvPr/>
        </p:nvSpPr>
        <p:spPr>
          <a:xfrm>
            <a:off x="3092853" y="1675503"/>
            <a:ext cx="6434725" cy="591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54"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Calibri"/>
              </a:rPr>
              <a:t>Presentation Round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EC026-D205-683E-D4DC-C4254CB8B8C5}"/>
              </a:ext>
            </a:extLst>
          </p:cNvPr>
          <p:cNvSpPr/>
          <p:nvPr/>
        </p:nvSpPr>
        <p:spPr>
          <a:xfrm>
            <a:off x="3720130" y="4149512"/>
            <a:ext cx="1113837" cy="1098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1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CCEEB3-F52B-A8AF-16BD-BC8064DE6CC5}"/>
              </a:ext>
            </a:extLst>
          </p:cNvPr>
          <p:cNvSpPr/>
          <p:nvPr/>
        </p:nvSpPr>
        <p:spPr>
          <a:xfrm>
            <a:off x="4958338" y="4157753"/>
            <a:ext cx="1113837" cy="1098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2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E6148-4469-6D3E-4B39-6FA4609AD859}"/>
              </a:ext>
            </a:extLst>
          </p:cNvPr>
          <p:cNvSpPr/>
          <p:nvPr/>
        </p:nvSpPr>
        <p:spPr>
          <a:xfrm>
            <a:off x="6207642" y="4157754"/>
            <a:ext cx="1113837" cy="11138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3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38503C-3DE1-467C-01CE-1A52D85C4B52}"/>
              </a:ext>
            </a:extLst>
          </p:cNvPr>
          <p:cNvSpPr/>
          <p:nvPr/>
        </p:nvSpPr>
        <p:spPr>
          <a:xfrm>
            <a:off x="7487048" y="4157753"/>
            <a:ext cx="1113837" cy="11138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4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5F3BFF-962D-0A13-9BCA-16D0F09AE77F}"/>
              </a:ext>
            </a:extLst>
          </p:cNvPr>
          <p:cNvSpPr txBox="1"/>
          <p:nvPr/>
        </p:nvSpPr>
        <p:spPr>
          <a:xfrm>
            <a:off x="3701703" y="5450618"/>
            <a:ext cx="111383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rgbClr val="FFCC00"/>
                </a:solidFill>
              </a:rPr>
              <a:t>Name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44718-3350-8A09-956C-402AE34C6C55}"/>
              </a:ext>
            </a:extLst>
          </p:cNvPr>
          <p:cNvSpPr txBox="1"/>
          <p:nvPr/>
        </p:nvSpPr>
        <p:spPr>
          <a:xfrm>
            <a:off x="5013349" y="5456224"/>
            <a:ext cx="111383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rgbClr val="FFCC00"/>
                </a:solidFill>
              </a:rPr>
              <a:t>Name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66F03-0030-07A5-9EE8-103B3588F928}"/>
              </a:ext>
            </a:extLst>
          </p:cNvPr>
          <p:cNvSpPr txBox="1"/>
          <p:nvPr/>
        </p:nvSpPr>
        <p:spPr>
          <a:xfrm>
            <a:off x="6216602" y="5450618"/>
            <a:ext cx="111383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rgbClr val="FFCC00"/>
                </a:solidFill>
              </a:rPr>
              <a:t>Name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CD0BD5-E0A7-523D-4F0E-107977133CF8}"/>
              </a:ext>
            </a:extLst>
          </p:cNvPr>
          <p:cNvSpPr txBox="1"/>
          <p:nvPr/>
        </p:nvSpPr>
        <p:spPr>
          <a:xfrm>
            <a:off x="7528248" y="5450618"/>
            <a:ext cx="111383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rgbClr val="FFCC00"/>
                </a:solidFill>
              </a:rPr>
              <a:t>Name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663B6-BD0C-AF61-851F-468CE64E802F}"/>
              </a:ext>
            </a:extLst>
          </p:cNvPr>
          <p:cNvSpPr txBox="1"/>
          <p:nvPr/>
        </p:nvSpPr>
        <p:spPr>
          <a:xfrm>
            <a:off x="4258621" y="6035025"/>
            <a:ext cx="398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CC00"/>
                </a:solidFill>
              </a:rPr>
              <a:t>College name, City, State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0BDF6-6781-6F26-4DB9-F8283E6ABAB9}"/>
              </a:ext>
            </a:extLst>
          </p:cNvPr>
          <p:cNvSpPr txBox="1"/>
          <p:nvPr/>
        </p:nvSpPr>
        <p:spPr>
          <a:xfrm>
            <a:off x="4052610" y="2433192"/>
            <a:ext cx="4310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C00"/>
                </a:solidFill>
              </a:rPr>
              <a:t>Concept Title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A18B2D-AF73-3975-8650-9B00EE2CFC81}"/>
              </a:ext>
            </a:extLst>
          </p:cNvPr>
          <p:cNvSpPr txBox="1"/>
          <p:nvPr/>
        </p:nvSpPr>
        <p:spPr>
          <a:xfrm>
            <a:off x="-491997" y="1324547"/>
            <a:ext cx="4310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C00"/>
                </a:solidFill>
              </a:rPr>
              <a:t>PID No. </a:t>
            </a:r>
          </a:p>
        </p:txBody>
      </p:sp>
    </p:spTree>
    <p:extLst>
      <p:ext uri="{BB962C8B-B14F-4D97-AF65-F5344CB8AC3E}">
        <p14:creationId xmlns:p14="http://schemas.microsoft.com/office/powerpoint/2010/main" val="3625214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FACC1-B807-E199-91AC-AD058066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22E93-CA75-8D67-4478-EEE1A746B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41F3A-4CF6-34E8-7F7F-C199B1AC2E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1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AFC5-699D-64A0-0719-F172E59D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5C55-8623-350C-533F-7AB4A0F6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 / Proposed Solution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473BD-D668-64B3-A45F-14C4BDDFC0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73C1F-9563-1280-FE2D-53B03B009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5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2643-D9C1-CABC-75D7-3D21F193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AB2C-C3FA-C909-F2FE-13898A09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Pros and Cons of the solution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A49C7-5C12-9CAD-8409-B949792666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45893-6EEE-0FE0-F4AB-D5A244DB1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5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BA6A-09CC-0731-361B-6ADB738C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E32B-6BB2-05B2-AD9D-EFF63025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Description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7C503-27C2-3162-F351-60028EA89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7C73E-5C60-6F4F-0D03-B5D5DD07E0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1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071F2-82E5-16F9-4CA8-1E0A96CE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68CF-C729-EACD-6CBE-B12A19AD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Plan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24020-DE6B-BB11-C974-8FACE93DA3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BD342-F248-D351-F5ED-90B5C20D1C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5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D7D4-8F17-4AE2-6D39-8F55E7DF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6964-E7BB-040E-8723-300195A1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Plan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29758-0767-ECE3-48D5-BBCCF19900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F24BD-F2A2-F65E-D059-D667548096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6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7BE0A-60A2-B978-7A76-601B6BA02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B975FBA-5952-4424-FE3F-331B3313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/ Testing /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FC338B-6EB6-ACED-5129-C2174BA2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5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F9801-AA0D-B824-7D12-7A67D079A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5A1B-98BB-4C96-3D46-F7C27764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Estimate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F2EA-9672-A7B4-3DA8-A03D052FD1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0F702-E452-B943-EB28-AD4E42FBD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9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AD45-36BC-CD9F-E5B4-B2CD6B314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32AE-B2F4-C5D8-E883-A5CB616D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Assumptions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0F040-918D-4420-D46E-C0D14FB659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894B4-AE0D-73C1-8965-EC3891518E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75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AFA7-DCA6-D27E-CDBE-EF0A2A42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BB954-EDE4-B068-D79B-2162C46B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37C8F-FB90-6C7F-CECC-4D3E93B7D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7B609-4A18-EBCA-1B5D-222DC68BD6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67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489BA4-5ED2-C4A7-38EE-0082661B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6757" y="2772942"/>
            <a:ext cx="3340981" cy="1325563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7632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32142-F032-86CA-3BB9-571F67B3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3442-F955-2DD0-587C-1B6D459F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Guidelines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7F545-E4C3-D614-3187-979947F248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IN" dirty="0"/>
              <a:t>You can make minor changes but do not use more than 15 slides.</a:t>
            </a:r>
          </a:p>
          <a:p>
            <a:r>
              <a:rPr lang="en-IN" dirty="0"/>
              <a:t>Do not give any theoretical fundamentals.</a:t>
            </a:r>
          </a:p>
          <a:p>
            <a:r>
              <a:rPr lang="en-IN" dirty="0"/>
              <a:t>Illustrate with suitable means such as drawings, examples, algorithms, infographics etc.</a:t>
            </a:r>
          </a:p>
          <a:p>
            <a:r>
              <a:rPr lang="en-IN" dirty="0"/>
              <a:t>Use a consistent format. Do not change the provided template.</a:t>
            </a:r>
          </a:p>
          <a:p>
            <a:r>
              <a:rPr lang="en-US" dirty="0"/>
              <a:t>Check for spelling and grammar errors. </a:t>
            </a:r>
          </a:p>
          <a:p>
            <a:r>
              <a:rPr lang="en-US" dirty="0"/>
              <a:t>Highlight the major advantages of the technique/method  proposed when compared with other techniques or conventional techniques.</a:t>
            </a:r>
            <a:endParaRPr lang="en-IN" dirty="0"/>
          </a:p>
          <a:p>
            <a:r>
              <a:rPr lang="en-IN" dirty="0"/>
              <a:t>While uploading the PPT file, rename first 4 letters (i.e., 0000) with your PID nos.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35ACC-E788-8D4D-D342-B1BB8A703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9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164</Words>
  <Application>Microsoft Office PowerPoint</Application>
  <PresentationFormat>Widescreen</PresentationFormat>
  <Paragraphs>37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Challenge Statement</vt:lpstr>
      <vt:lpstr>Concept / Proposed Solution </vt:lpstr>
      <vt:lpstr>Pros and Cons of the solution</vt:lpstr>
      <vt:lpstr>Technical Description</vt:lpstr>
      <vt:lpstr>Implementation Plan</vt:lpstr>
      <vt:lpstr>Implementation Plan</vt:lpstr>
      <vt:lpstr>Validation / Testing / Analysis</vt:lpstr>
      <vt:lpstr>Cost Estimate</vt:lpstr>
      <vt:lpstr>Assumptions</vt:lpstr>
      <vt:lpstr>References</vt:lpstr>
      <vt:lpstr>Thank You</vt:lpstr>
      <vt:lpstr>Guidelines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Pauline Gifty Simon Solomon Raj</dc:creator>
  <cp:lastModifiedBy>Pauline Gifty Simon Solomon Raj</cp:lastModifiedBy>
  <cp:revision>52</cp:revision>
  <dcterms:created xsi:type="dcterms:W3CDTF">2025-05-02T07:02:53Z</dcterms:created>
  <dcterms:modified xsi:type="dcterms:W3CDTF">2025-11-10T08:24:50Z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46c77-3b58-4101-b463-cd3b3d516e4a_Enabled">
    <vt:lpwstr>true</vt:lpwstr>
  </property>
  <property fmtid="{D5CDD505-2E9C-101B-9397-08002B2CF9AE}" pid="3" name="MSIP_Label_3bb46c77-3b58-4101-b463-cd3b3d516e4a_SetDate">
    <vt:lpwstr>2025-11-10T08:24:40Z</vt:lpwstr>
  </property>
  <property fmtid="{D5CDD505-2E9C-101B-9397-08002B2CF9AE}" pid="4" name="MSIP_Label_3bb46c77-3b58-4101-b463-cd3b3d516e4a_Method">
    <vt:lpwstr>Privileged</vt:lpwstr>
  </property>
  <property fmtid="{D5CDD505-2E9C-101B-9397-08002B2CF9AE}" pid="5" name="MSIP_Label_3bb46c77-3b58-4101-b463-cd3b3d516e4a_Name">
    <vt:lpwstr>Non-Business</vt:lpwstr>
  </property>
  <property fmtid="{D5CDD505-2E9C-101B-9397-08002B2CF9AE}" pid="6" name="MSIP_Label_3bb46c77-3b58-4101-b463-cd3b3d516e4a_SiteId">
    <vt:lpwstr>311b3378-8e8a-4b5e-a33f-e80a3d8ba60a</vt:lpwstr>
  </property>
  <property fmtid="{D5CDD505-2E9C-101B-9397-08002B2CF9AE}" pid="7" name="MSIP_Label_3bb46c77-3b58-4101-b463-cd3b3d516e4a_ActionId">
    <vt:lpwstr>32140557-dc45-4034-95f2-51fdd23dee9d</vt:lpwstr>
  </property>
  <property fmtid="{D5CDD505-2E9C-101B-9397-08002B2CF9AE}" pid="8" name="MSIP_Label_3bb46c77-3b58-4101-b463-cd3b3d516e4a_ContentBits">
    <vt:lpwstr>0</vt:lpwstr>
  </property>
  <property fmtid="{D5CDD505-2E9C-101B-9397-08002B2CF9AE}" pid="9" name="MSIP_Label_3bb46c77-3b58-4101-b463-cd3b3d516e4a_Tag">
    <vt:lpwstr>10, 0, 1, 1</vt:lpwstr>
  </property>
</Properties>
</file>